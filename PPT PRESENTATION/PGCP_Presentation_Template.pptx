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81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7139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— Fill in: (1) Your actual topic title, (2) Group member names, (3) Batch/Roll number, (4) Presentation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SLIDE — Replace the 6 agenda items with your actual section headings. Each member should own at least one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 — State your name, introduce the topic, explain its importance. Keep this slide under 90 seconds. Use an image or diagram on the right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CONCEPTS — Replace icons, headings, and descriptions. Aim for 4 clear, distinct ideas. Use terminology specific to your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CONTENT SLIDE — Each member should own one content slide. Replace sub-heading, points, and example box. This is your primary individual assessment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/ EVIDENCE SLIDE — Replace placeholder stats with real data relevant to your topic. Cite sources. Charts and visuals boost your Slide Design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SLIDE — Ask an engaging question or run a quick activity. Audience interaction boosts your Individual Delivery score. Keep it to 2–3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TAKEAWAYS — Each takeaway should correspond to a core idea from your presentation. Keep sentences short and impactful. This slide shows your group understood the topic deeply.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 — Use APA or MLA format consistently. Aim for at least 3 quality sources (not just Wikipedia). This directly affects your Content Quality score in Section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SLIDE — During Q&amp;A, any evaluator can ask any member about any part of the presentation. Review all sections, not just your own. Q&amp;A handling contributes 70% of your individual score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C5F9E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4A90D9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54880"/>
            <a:ext cx="6858000" cy="3886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2048256" cy="256032"/>
          </a:xfrm>
          <a:prstGeom prst="roundRect">
            <a:avLst>
              <a:gd name="adj" fmla="val 17857"/>
            </a:avLst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60120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PGCP Presentation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137160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Your Presentation Topic Title ]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5760" y="283464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AABFDE"/>
                </a:solidFill>
              </a:rPr>
              <a:t>A Group Presentation on Communication &amp; Professional Development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34290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A623"/>
                </a:solidFill>
              </a:rPr>
              <a:t>Presented by:  </a:t>
            </a:r>
            <a:r>
              <a:rPr lang="en-US" sz="1100" dirty="0">
                <a:solidFill>
                  <a:srgbClr val="FFFFFF"/>
                </a:solidFill>
              </a:rPr>
              <a:t>Member 1  •  Member 2  •  Member 3  •  Member 4  •  Member 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8404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A623"/>
                </a:solidFill>
              </a:rPr>
              <a:t>Batch / Roll No:  </a:t>
            </a:r>
            <a:r>
              <a:rPr lang="en-US" sz="1100" dirty="0">
                <a:solidFill>
                  <a:srgbClr val="FFFFFF"/>
                </a:solidFill>
              </a:rPr>
              <a:t>PGCP-XX  |  </a:t>
            </a:r>
            <a:r>
              <a:rPr lang="en-US" sz="1100" b="1" dirty="0">
                <a:solidFill>
                  <a:srgbClr val="F5A623"/>
                </a:solidFill>
              </a:rPr>
              <a:t>Date:  </a:t>
            </a:r>
            <a:r>
              <a:rPr lang="en-US" sz="1100" dirty="0">
                <a:solidFill>
                  <a:srgbClr val="FFFFFF"/>
                </a:solidFill>
              </a:rPr>
              <a:t>DD Month YYYY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4754880"/>
            <a:ext cx="6858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E5A"/>
                </a:solidFill>
              </a:rPr>
              <a:t>C-DAC  •  PG Certificate Program •  AC/BDA/ITISS/ESD {Put your Course}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577DFA4-F9D1-4772-A8A9-6AF3C93DD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27" y="95160"/>
            <a:ext cx="1065474" cy="7625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7A8BA6"/>
                </a:solidFill>
              </a:rPr>
              <a:t>What we will cover today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07592"/>
            <a:ext cx="548640" cy="548640"/>
          </a:xfrm>
          <a:prstGeom prst="ellipse">
            <a:avLst/>
          </a:prstGeom>
          <a:solidFill>
            <a:srgbClr val="1A2E5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307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1234440"/>
            <a:ext cx="365760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1234440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E5A"/>
                </a:solidFill>
              </a:rPr>
              <a:t>Introduction &amp; Overview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404872"/>
            <a:ext cx="548640" cy="548640"/>
          </a:xfrm>
          <a:prstGeom prst="ellipse">
            <a:avLst/>
          </a:prstGeom>
          <a:solidFill>
            <a:srgbClr val="1A2E5A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2404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2331720"/>
            <a:ext cx="365760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51560" y="2331720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E5A"/>
                </a:solidFill>
              </a:rPr>
              <a:t>Key Concepts &amp; Theory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502152"/>
            <a:ext cx="548640" cy="548640"/>
          </a:xfrm>
          <a:prstGeom prst="ellipse">
            <a:avLst/>
          </a:prstGeom>
          <a:solidFill>
            <a:srgbClr val="1A2E5A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3502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429000"/>
            <a:ext cx="365760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51560" y="3429000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E5A"/>
                </a:solidFill>
              </a:rPr>
              <a:t>Real-World Examples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1307592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307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394960" y="1234440"/>
            <a:ext cx="365760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32120" y="1234440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E5A"/>
                </a:solidFill>
              </a:rPr>
              <a:t>Group Discussion &amp; Insights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2404872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404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394960" y="2331720"/>
            <a:ext cx="365760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532120" y="2331720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E5A"/>
                </a:solidFill>
              </a:rPr>
              <a:t>Key Takeaways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3502152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3502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394960" y="3429000"/>
            <a:ext cx="365760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532120" y="3429000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E5A"/>
                </a:solidFill>
              </a:rPr>
              <a:t>Q &amp; 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Introduction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63840" y="21031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0" y="2103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E5A"/>
                </a:solidFill>
              </a:rPr>
              <a:t>What Is [ Your Topic ]?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A3A3A"/>
                </a:solidFill>
              </a:rPr>
              <a:t>Write a 2–3 sentence overview of your topic here.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A3A3A"/>
                </a:solidFill>
              </a:rPr>
              <a:t> 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A3A3A"/>
                </a:solidFill>
              </a:rPr>
              <a:t>Explain WHY this topic matters for communication and professional development.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A3A3A"/>
                </a:solidFill>
              </a:rPr>
              <a:t> 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A3A3A"/>
                </a:solidFill>
              </a:rPr>
              <a:t>Include a relevant statistic, quote, or real-world hook to engage the audience from the start.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977640"/>
            <a:ext cx="4846320" cy="777240"/>
          </a:xfrm>
          <a:prstGeom prst="rect">
            <a:avLst/>
          </a:prstGeom>
          <a:solidFill>
            <a:srgbClr val="E8EFF8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3977640"/>
            <a:ext cx="64008" cy="777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9776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A623"/>
                </a:solidFill>
              </a:rPr>
              <a:t> Speaker Note: </a:t>
            </a:r>
            <a:r>
              <a:rPr lang="en-US" sz="1100" dirty="0">
                <a:solidFill>
                  <a:srgbClr val="1A2E5A"/>
                </a:solidFill>
              </a:rPr>
              <a:t>State your name before you begin. E.g. "Hi, I'm [Name], I'll introduce today's topic."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914400"/>
            <a:ext cx="3200400" cy="3200400"/>
          </a:xfrm>
          <a:prstGeom prst="rect">
            <a:avLst/>
          </a:prstGeom>
          <a:solidFill>
            <a:srgbClr val="E8EF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77840" y="91440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7A8BA6"/>
                </a:solidFill>
              </a:rPr>
              <a:t>📷
</a:t>
            </a:r>
            <a:r>
              <a:rPr lang="en-US" sz="1200" b="1" dirty="0">
                <a:solidFill>
                  <a:srgbClr val="7A8BA6"/>
                </a:solidFill>
              </a:rPr>
              <a:t> Add Image / Diagram
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7A8BA6"/>
                </a:solidFill>
              </a:rPr>
              <a:t>(relevant to your topic)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5F9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Concepts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63840" y="21031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0" y="2103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7A8BA6"/>
                </a:solidFill>
              </a:rPr>
              <a:t>Core ideas that define this topic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88720"/>
            <a:ext cx="4114800" cy="73152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E5A"/>
                </a:solidFill>
              </a:rPr>
              <a:t>Concept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17830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</a:rPr>
              <a:t>Brief explanation of this concept (1–2 sentences). Use a real example.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18872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188720"/>
            <a:ext cx="4114800" cy="73152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94960" y="1325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E5A"/>
                </a:solidFill>
              </a:rPr>
              <a:t>Concept 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17830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</a:rPr>
              <a:t>Brief explanation of this concept (1–2 sentences). Use a real example.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97180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971800"/>
            <a:ext cx="41148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60120" y="3108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E5A"/>
                </a:solidFill>
              </a:rPr>
              <a:t>Concept 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</a:rPr>
              <a:t>Brief explanation of this concept (1–2 sentences). Use a real example.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97180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971800"/>
            <a:ext cx="41148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394960" y="3108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E5A"/>
                </a:solidFill>
              </a:rPr>
              <a:t>Concept 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</a:rPr>
              <a:t>Brief explanation of this concept (1–2 sentences). Use a real example.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In-Depth Explanation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63840" y="21031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0" y="2103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2E5A"/>
                </a:solidFill>
              </a:rPr>
              <a:t>[ Sub-Heading ]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5F9E"/>
                </a:solidFill>
              </a:rPr>
              <a:t>Point 1: </a:t>
            </a:r>
            <a:r>
              <a:rPr lang="en-US" sz="1300" dirty="0">
                <a:solidFill>
                  <a:srgbClr val="222222"/>
                </a:solidFill>
              </a:rPr>
              <a:t>Explain your first key point here clearly and concisely.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2C5F9E"/>
                </a:solidFill>
              </a:rPr>
              <a:t>Point 2: </a:t>
            </a:r>
            <a:r>
              <a:rPr lang="en-US" sz="1300" dirty="0">
                <a:solidFill>
                  <a:srgbClr val="222222"/>
                </a:solidFill>
              </a:rPr>
              <a:t>Expand with an example, data, or story the audience can relate to.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2C5F9E"/>
                </a:solidFill>
              </a:rPr>
              <a:t>Point 3: </a:t>
            </a:r>
            <a:r>
              <a:rPr lang="en-US" sz="1300" dirty="0">
                <a:solidFill>
                  <a:srgbClr val="222222"/>
                </a:solidFill>
              </a:rPr>
              <a:t>Connect back to why this matters professionally or in daily life.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577840" y="822960"/>
            <a:ext cx="3200400" cy="3657600"/>
          </a:xfrm>
          <a:prstGeom prst="rect">
            <a:avLst/>
          </a:prstGeom>
          <a:solidFill>
            <a:srgbClr val="1A2E5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577840" y="8229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</a:rPr>
              <a:t>Real-World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</a:rPr>
              <a:t>Example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577840" y="1463040"/>
            <a:ext cx="3200400" cy="2743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5715000" y="155448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CDDEE"/>
                </a:solidFill>
              </a:rPr>
              <a:t>Describe a short real-world scenario, case study, or personal anecdote that illustrates your concept.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CCDDEE"/>
                </a:solidFill>
              </a:rPr>
              <a:t>E.g. During a job interview, candidate X used active listening to...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977640"/>
            <a:ext cx="4846320" cy="777240"/>
          </a:xfrm>
          <a:prstGeom prst="rect">
            <a:avLst/>
          </a:prstGeom>
          <a:solidFill>
            <a:srgbClr val="E8EFF8"/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3977640"/>
            <a:ext cx="64008" cy="7772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776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7AE60"/>
                </a:solidFill>
              </a:rPr>
              <a:t> Evaluation Tip: </a:t>
            </a:r>
            <a:r>
              <a:rPr lang="en-US" sz="1100" dirty="0">
                <a:solidFill>
                  <a:srgbClr val="1A2E5A"/>
                </a:solidFill>
              </a:rPr>
              <a:t>This slide tests your Individual Content Contribution score. Know this section deeply — you'll be asked about it.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Supporting Evidence &amp; Data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63840" y="21031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0" y="2103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68680"/>
            <a:ext cx="2651760" cy="73152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94183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2E5A"/>
                </a:solidFill>
              </a:rPr>
              <a:t>XX%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74320" y="1600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5F9E"/>
                </a:solidFill>
              </a:rPr>
              <a:t>Stat or Fact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9202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8BA6"/>
                </a:solidFill>
              </a:rPr>
              <a:t>Source / context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86868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868680"/>
            <a:ext cx="2651760" cy="73152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94183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2E5A"/>
                </a:solidFill>
              </a:rPr>
              <a:t>X in Y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200400" y="1600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5F9E"/>
                </a:solidFill>
              </a:rPr>
              <a:t>Stat or Fact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19202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8BA6"/>
                </a:solidFill>
              </a:rPr>
              <a:t>Source / context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86868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868680"/>
            <a:ext cx="2651760" cy="73152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94183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2E5A"/>
                </a:solidFill>
              </a:rPr>
              <a:t>#X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126480" y="1600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5F9E"/>
                </a:solidFill>
              </a:rPr>
              <a:t>Stat or Fact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19202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8BA6"/>
                </a:solidFill>
              </a:rPr>
              <a:t>Source / context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377440"/>
            <a:ext cx="85953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74320" y="2377440"/>
            <a:ext cx="8595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E5A"/>
                </a:solidFill>
              </a:rPr>
              <a:t>Insert Chart / Diagram Here
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7A8BA6"/>
                </a:solidFill>
              </a:rPr>
              <a:t>Use Insert → Chart in PowerPoint, or replace with an image of your data visualization.
</a:t>
            </a:r>
            <a:endParaRPr lang="en-US" sz="16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A8BA6"/>
                </a:solidFill>
              </a:rPr>
              <a:t>Caption: Describe what the chart shows and what insight it supports.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2C5F9E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2286000"/>
            <a:ext cx="2743200" cy="2743200"/>
          </a:xfrm>
          <a:prstGeom prst="ellipse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365760"/>
            <a:ext cx="1389888" cy="256032"/>
          </a:xfrm>
          <a:prstGeom prst="roundRect">
            <a:avLst>
              <a:gd name="adj" fmla="val 17857"/>
            </a:avLst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36576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GROUP ACTIVITY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Let's Discuss!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621792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874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A623"/>
                </a:solidFill>
              </a:rPr>
              <a:t>Discussion Question / Activity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242316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DDEEFF"/>
                </a:solidFill>
              </a:rPr>
              <a:t>"[ Write your interactive question or activity prompt here ]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i="1" dirty="0">
                <a:solidFill>
                  <a:srgbClr val="DDEEFF"/>
                </a:solidFill>
              </a:rPr>
              <a:t>Example: 'Think about a time you had to communicate under pressure. What strategy did you use? Share with the group.'"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4069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A623"/>
                </a:solidFill>
              </a:rPr>
              <a:t>  Give the audience 1–2 minutes to think or pair-share before discussion.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Takeaways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63840" y="210312"/>
            <a:ext cx="877824" cy="256032"/>
          </a:xfrm>
          <a:prstGeom prst="roundRect">
            <a:avLst>
              <a:gd name="adj" fmla="val 17857"/>
            </a:avLst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0" y="210312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SUMMARY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7A8BA6"/>
                </a:solidFill>
              </a:rPr>
              <a:t>What to remember from today's presentation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8412480" cy="713232"/>
          </a:xfrm>
          <a:prstGeom prst="rect">
            <a:avLst/>
          </a:prstGeom>
          <a:solidFill>
            <a:srgbClr val="F4F7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73152" cy="713232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316736"/>
            <a:ext cx="548640" cy="548640"/>
          </a:xfrm>
          <a:prstGeom prst="ellipse">
            <a:avLst/>
          </a:prstGeom>
          <a:solidFill>
            <a:srgbClr val="1A2E5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3167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123444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</a:rPr>
              <a:t>Takeaway 1: Write your most important insight here in one clear sentence.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103120"/>
            <a:ext cx="8412480" cy="713232"/>
          </a:xfrm>
          <a:prstGeom prst="rect">
            <a:avLst/>
          </a:prstGeom>
          <a:solidFill>
            <a:srgbClr val="F4F7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103120"/>
            <a:ext cx="73152" cy="713232"/>
          </a:xfrm>
          <a:prstGeom prst="rect">
            <a:avLst/>
          </a:prstGeom>
          <a:solidFill>
            <a:srgbClr val="2C5F9E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185416"/>
            <a:ext cx="548640" cy="548640"/>
          </a:xfrm>
          <a:prstGeom prst="ellipse">
            <a:avLst/>
          </a:prstGeom>
          <a:solidFill>
            <a:srgbClr val="2C5F9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1854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10312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</a:rPr>
              <a:t>Takeaway 2: Connect it back to the audience's professional or academic life.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8412480" cy="713232"/>
          </a:xfrm>
          <a:prstGeom prst="rect">
            <a:avLst/>
          </a:prstGeom>
          <a:solidFill>
            <a:srgbClr val="F4F7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971800"/>
            <a:ext cx="73152" cy="71323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054096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0540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297180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</a:rPr>
              <a:t>Takeaway 3: Offer a specific, actionable tip they can apply immediately.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840480"/>
            <a:ext cx="8412480" cy="713232"/>
          </a:xfrm>
          <a:prstGeom prst="rect">
            <a:avLst/>
          </a:prstGeom>
          <a:solidFill>
            <a:srgbClr val="F4F7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840480"/>
            <a:ext cx="73152" cy="7132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3922776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9227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34440" y="384048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</a:rPr>
              <a:t>Takeaway 4: End with a memorable thought, quote, or challenge.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A8BA6"/>
                </a:solidFill>
              </a:rPr>
              <a:t>Cite your sources — it shows research depth and builds credibility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26187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5F9E"/>
                </a:solidFill>
              </a:rPr>
              <a:t>[1]  </a:t>
            </a:r>
            <a:r>
              <a:rPr lang="en-US" sz="1100" dirty="0">
                <a:solidFill>
                  <a:srgbClr val="444444"/>
                </a:solidFill>
              </a:rPr>
              <a:t>Author, A. (Year). Title of Book / Article. Publisher / Journal. [Replace with your actual reference]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856232"/>
            <a:ext cx="850392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956816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5F9E"/>
                </a:solidFill>
              </a:rPr>
              <a:t>[2]  </a:t>
            </a:r>
            <a:r>
              <a:rPr lang="en-US" sz="1100" dirty="0">
                <a:solidFill>
                  <a:srgbClr val="444444"/>
                </a:solidFill>
              </a:rPr>
              <a:t>Author, B. (Year). Website Name. Retrieved from https://www.example.com [Replace with actual URL]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551176"/>
            <a:ext cx="850392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265176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5F9E"/>
                </a:solidFill>
              </a:rPr>
              <a:t>[3]  </a:t>
            </a:r>
            <a:r>
              <a:rPr lang="en-US" sz="1100" dirty="0">
                <a:solidFill>
                  <a:srgbClr val="444444"/>
                </a:solidFill>
              </a:rPr>
              <a:t>Author, C. &amp; Author, D. (Year). Research Paper Title. Journal Name, Vol(No), pp. XX–XX.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3246120"/>
            <a:ext cx="850392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3346704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5F9E"/>
                </a:solidFill>
              </a:rPr>
              <a:t>[4]  </a:t>
            </a:r>
            <a:r>
              <a:rPr lang="en-US" sz="1100" dirty="0">
                <a:solidFill>
                  <a:srgbClr val="444444"/>
                </a:solidFill>
              </a:rPr>
              <a:t>Video / TED Talk Title. (Year). Speaker Name. Platform. Retrieved from URL.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941064"/>
            <a:ext cx="850392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4041648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5F9E"/>
                </a:solidFill>
              </a:rPr>
              <a:t>[5]  </a:t>
            </a:r>
            <a:r>
              <a:rPr lang="en-US" sz="1100" dirty="0">
                <a:solidFill>
                  <a:srgbClr val="444444"/>
                </a:solidFill>
              </a:rPr>
              <a:t>Author, E. (Year). Chapter or Section Title. In Book Title (pp. XX–XX). Publisher.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2C5F9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4A90D9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00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2004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A623"/>
                </a:solidFill>
              </a:rPr>
              <a:t>We welcome your questions!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A623"/>
                </a:solidFill>
              </a:rPr>
              <a:t>Presented by:  </a:t>
            </a:r>
            <a:r>
              <a:rPr lang="en-US" sz="1200" dirty="0">
                <a:solidFill>
                  <a:srgbClr val="CCDDFF"/>
                </a:solidFill>
              </a:rPr>
              <a:t>Member 1  •  Member 2  •  Member 3  •  Member 4  •  Member 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A623"/>
                </a:solidFill>
              </a:rPr>
              <a:t>Topic:  </a:t>
            </a:r>
            <a:r>
              <a:rPr lang="en-US" sz="1200" dirty="0">
                <a:solidFill>
                  <a:srgbClr val="CCDDFF"/>
                </a:solidFill>
              </a:rPr>
              <a:t>[ Your Presentation Topic 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5029200" cy="1188720"/>
          </a:xfrm>
          <a:prstGeom prst="rect">
            <a:avLst/>
          </a:prstGeom>
          <a:solidFill>
            <a:srgbClr val="2C5F9E">
              <a:alpha val="5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520440"/>
            <a:ext cx="73152" cy="1188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547872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A623"/>
                </a:solidFill>
              </a:rPr>
              <a:t>Q&amp;A Tips:
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DDEEFF"/>
                </a:solidFill>
              </a:rPr>
              <a:t>• Listen carefully before answering  •  It's OK to say 'That's a great question, let me think…'
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DDEEFF"/>
                </a:solidFill>
              </a:rPr>
              <a:t>• Support teammates if they're asked about your topic  •  Be concise and confident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1105</Words>
  <Application>Microsoft Office PowerPoint</Application>
  <PresentationFormat>On-screen Show (16:9)</PresentationFormat>
  <Paragraphs>122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PG Diploma Student Presentation Template</dc:title>
  <dc:subject>PptxGenJS Presentation</dc:subject>
  <dc:creator>CDAC</dc:creator>
  <cp:lastModifiedBy>Anshul Tailor</cp:lastModifiedBy>
  <cp:revision>2</cp:revision>
  <dcterms:created xsi:type="dcterms:W3CDTF">2026-04-20T11:19:52Z</dcterms:created>
  <dcterms:modified xsi:type="dcterms:W3CDTF">2026-04-20T11:25:47Z</dcterms:modified>
</cp:coreProperties>
</file>